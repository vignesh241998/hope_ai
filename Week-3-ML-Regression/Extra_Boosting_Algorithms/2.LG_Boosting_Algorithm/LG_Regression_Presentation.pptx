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LightGBM Regression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</a:t>
            </a:r>
            <a:r>
              <a:rPr lang="en-US"/>
              <a:t> T.Vignesh</a:t>
            </a:r>
          </a:p>
          <a:p>
            <a:r>
              <a:t>Date:</a:t>
            </a:r>
            <a:r>
              <a:rPr lang="en-US"/>
              <a:t> 11-04-2026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LightGBM?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LightGBM stands for Light Gradient Boosting Machine</a:t>
            </a:r>
          </a:p>
          <a:p>
            <a:r>
              <a:t>Fast and efficient boosting algorithm</a:t>
            </a:r>
          </a:p>
          <a:p>
            <a:r>
              <a:t>Used for regression and classification</a:t>
            </a:r>
          </a:p>
          <a:p>
            <a:r>
              <a:t>Grows trees leaf-wise instead of level-wise</a:t>
            </a:r>
          </a:p>
          <a:p>
            <a:r>
              <a:t>Designed for high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LightGBM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855" y="1371600"/>
            <a:ext cx="4427855" cy="47999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/>
              <a:t>• Starts with an initial prediction </a:t>
            </a:r>
            <a:endParaRPr lang="en-US" altLang="en-US"/>
          </a:p>
          <a:p>
            <a:pPr algn="l"/>
            <a:r>
              <a:rPr lang="en-US" altLang="en-US"/>
              <a:t>(usually mean value)</a:t>
            </a:r>
            <a:endParaRPr lang="en-US" altLang="en-US"/>
          </a:p>
          <a:p>
            <a:pPr algn="l"/>
            <a:endParaRPr lang="en-US" altLang="en-US"/>
          </a:p>
          <a:p>
            <a:pPr algn="l"/>
            <a:r>
              <a:rPr lang="en-US" altLang="en-US"/>
              <a:t>• Calculates residual errors </a:t>
            </a:r>
            <a:endParaRPr lang="en-US" altLang="en-US"/>
          </a:p>
          <a:p>
            <a:pPr algn="l"/>
            <a:r>
              <a:rPr lang="en-US" altLang="en-US"/>
              <a:t>(difference between actual and predicted </a:t>
            </a:r>
            <a:endParaRPr lang="en-US" altLang="en-US"/>
          </a:p>
          <a:p>
            <a:pPr algn="l"/>
            <a:r>
              <a:rPr lang="en-US" altLang="en-US"/>
              <a:t>values)</a:t>
            </a:r>
            <a:endParaRPr lang="en-US" altLang="en-US"/>
          </a:p>
          <a:p>
            <a:pPr algn="l"/>
            <a:endParaRPr lang="en-US" altLang="en-US"/>
          </a:p>
          <a:p>
            <a:pPr algn="l"/>
            <a:r>
              <a:rPr lang="en-US" altLang="en-US"/>
              <a:t>• Builds a decision tree to predict these </a:t>
            </a:r>
            <a:endParaRPr lang="en-US" altLang="en-US"/>
          </a:p>
          <a:p>
            <a:pPr algn="l"/>
            <a:r>
              <a:rPr lang="en-US" altLang="en-US"/>
              <a:t>errors</a:t>
            </a:r>
            <a:endParaRPr lang="en-US" altLang="en-US"/>
          </a:p>
          <a:p>
            <a:pPr algn="l"/>
            <a:endParaRPr lang="en-US" altLang="en-US"/>
          </a:p>
          <a:p>
            <a:pPr algn="l"/>
            <a:r>
              <a:rPr lang="en-US" altLang="en-US"/>
              <a:t>• Grows trees leaf-wise by splitting the leaf </a:t>
            </a:r>
            <a:endParaRPr lang="en-US" altLang="en-US"/>
          </a:p>
          <a:p>
            <a:pPr algn="l"/>
            <a:r>
              <a:rPr lang="en-US" altLang="en-US"/>
              <a:t>with maximum error reduction</a:t>
            </a:r>
            <a:endParaRPr lang="en-US" altLang="en-US"/>
          </a:p>
          <a:p>
            <a:pPr algn="l"/>
            <a:endParaRPr lang="en-US" altLang="en-US"/>
          </a:p>
          <a:p>
            <a:pPr algn="l"/>
            <a:r>
              <a:rPr lang="en-US" altLang="en-US"/>
              <a:t>• Updates predictions by adding new tree </a:t>
            </a:r>
            <a:endParaRPr lang="en-US" altLang="en-US"/>
          </a:p>
          <a:p>
            <a:pPr algn="l"/>
            <a:r>
              <a:rPr lang="en-US" altLang="en-US"/>
              <a:t>outputs</a:t>
            </a:r>
            <a:endParaRPr lang="en-US" altLang="en-US"/>
          </a:p>
          <a:p>
            <a:pPr algn="l"/>
            <a:endParaRPr lang="en-US" altLang="en-US"/>
          </a:p>
          <a:p>
            <a:pPr algn="l"/>
            <a:r>
              <a:rPr lang="en-US" altLang="en-US"/>
              <a:t>• Repeats the process using gradient boosting</a:t>
            </a:r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4136390" cy="36156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Image Here</a:t>
            </a:r>
          </a:p>
        </p:txBody>
      </p:sp>
      <p:pic>
        <p:nvPicPr>
          <p:cNvPr id="5" name="Picture 4" descr="how_lightgbm_works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5160" y="1286510"/>
            <a:ext cx="4610100" cy="394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" y="2216150"/>
            <a:ext cx="2294255" cy="2584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Initialize model</a:t>
            </a:r>
          </a:p>
          <a:p/>
          <a:p>
            <a:r>
              <a:t>2. Compute residuals</a:t>
            </a:r>
          </a:p>
          <a:p/>
          <a:p>
            <a:r>
              <a:t>3. Grow tree leaf-wise</a:t>
            </a:r>
          </a:p>
          <a:p/>
          <a:p>
            <a:r>
              <a:t>4. Update predictions</a:t>
            </a:r>
          </a:p>
          <a:p/>
          <a:p>
            <a:r>
              <a:t>5. Repeat until optimal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2057400"/>
            <a:ext cx="36576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Image Here</a:t>
            </a:r>
          </a:p>
        </p:txBody>
      </p:sp>
      <p:pic>
        <p:nvPicPr>
          <p:cNvPr id="5" name="Picture 4" descr="LG_Boo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2100" y="1566545"/>
            <a:ext cx="6019800" cy="419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than XGBoost</a:t>
            </a:r>
          </a:p>
          <a:p>
            <a:r>
              <a:t>High accuracy</a:t>
            </a:r>
          </a:p>
          <a:p>
            <a:r>
              <a:t>Efficient for large datasets</a:t>
            </a:r>
          </a:p>
          <a:p>
            <a:r>
              <a:t>Lower memory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overfit on small data</a:t>
            </a:r>
          </a:p>
          <a:p>
            <a:r>
              <a:t>Sensitive to noise</a:t>
            </a:r>
          </a:p>
          <a:p>
            <a:r>
              <a:t>Complex tuning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</a:t>
            </a:r>
          </a:p>
          <a:p>
            <a:r>
              <a:t>Sales prediction</a:t>
            </a:r>
          </a:p>
          <a:p>
            <a:r>
              <a:t>Ranking problems</a:t>
            </a:r>
          </a:p>
          <a:p>
            <a:r>
              <a:t>Recommendation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Very fast and powerful algorithm</a:t>
            </a:r>
          </a:p>
          <a:p>
            <a:r>
              <a:t>Best for large datasets</a:t>
            </a:r>
          </a:p>
          <a:p>
            <a:r>
              <a:t>Needs careful tuning</a:t>
            </a:r>
          </a:p>
          <a:p>
            <a:r>
              <a:t>Widely used in competitions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1164</Words>
  <Application>WPS Presentation</Application>
  <PresentationFormat>On-screen Show (4:3)</PresentationFormat>
  <Paragraphs>76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LightGBM Regression in Machine Learning</vt:lpstr>
      <vt:lpstr>What is LightGBM?</vt:lpstr>
      <vt:lpstr>How LightGBM Works</vt:lpstr>
      <vt:lpstr>Algorithm Workflow</vt:lpstr>
      <vt:lpstr>Advantages</vt:lpstr>
      <vt:lpstr>Disadvantages</vt:lpstr>
      <vt:lpstr>Use Cases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Vignesh T</cp:lastModifiedBy>
  <cp:revision>2</cp:revision>
  <dcterms:created xsi:type="dcterms:W3CDTF">2013-01-27T09:14:00Z</dcterms:created>
  <dcterms:modified xsi:type="dcterms:W3CDTF">2026-04-11T18:43:24Z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66955D82DCF34BD4917B58E4A1C2CAA4_12</vt:lpwstr>
  </property>
</Properties>
</file>