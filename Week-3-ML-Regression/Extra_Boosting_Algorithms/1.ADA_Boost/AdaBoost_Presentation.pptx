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Boosting Algorithm (Regression) – AdaBoost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Concept</a:t>
            </a:r>
          </a:p>
          <a:p>
            <a:r>
              <a:t>Presented by Vignesh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§"/>
            </a:pPr>
            <a:r>
              <a:t>Ensemble technique</a:t>
            </a:r>
          </a:p>
          <a:p>
            <a:pPr>
              <a:buFont typeface="Wingdings" panose="05000000000000000000" charset="0"/>
              <a:buChar char="§"/>
            </a:pPr>
            <a:r>
              <a:t>Combines weak models → strong model</a:t>
            </a:r>
          </a:p>
          <a:p>
            <a:pPr>
              <a:buFont typeface="Wingdings" panose="05000000000000000000" charset="0"/>
              <a:buChar char="§"/>
            </a:pPr>
            <a:r>
              <a:t>Sequential learning</a:t>
            </a:r>
          </a:p>
          <a:p>
            <a:pPr>
              <a:buFont typeface="Wingdings" panose="05000000000000000000" charset="0"/>
              <a:buChar char="§"/>
            </a:pPr>
            <a:r>
              <a:t>Focuses on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AdaBoost?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4920"/>
            <a:ext cx="8458835" cy="5225415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sz="2570"/>
              <a:t>Adaptive Boosting</a:t>
            </a:r>
            <a:r>
              <a:rPr lang="en-US" sz="2570"/>
              <a:t>(Ada Boost) is </a:t>
            </a:r>
            <a:r>
              <a:rPr lang="en-US" altLang="en-US" sz="2570"/>
              <a:t>an ensemble machine learning technique that improves predictive performance by training multiple weak learners sequentially . </a:t>
            </a:r>
            <a:endParaRPr lang="en-US" altLang="en-US" sz="2570"/>
          </a:p>
          <a:p>
            <a:pPr marL="0" indent="0">
              <a:buNone/>
            </a:pPr>
            <a:endParaRPr sz="2570"/>
          </a:p>
          <a:p>
            <a:pPr marL="0" indent="0">
              <a:buNone/>
            </a:pPr>
            <a:r>
              <a:rPr lang="en-US" altLang="en-US" sz="2570" b="1"/>
              <a:t>Key Concepts of AdaBoost Regression:</a:t>
            </a:r>
            <a:endParaRPr lang="en-US" altLang="en-US" sz="2570" b="1"/>
          </a:p>
          <a:p>
            <a:pPr>
              <a:buFont typeface="Wingdings" panose="05000000000000000000" charset="0"/>
              <a:buChar char="§"/>
            </a:pPr>
            <a:r>
              <a:rPr lang="en-US" altLang="en-US" sz="2570"/>
              <a:t>Sequential Learning: Models are built sequentially, where each new model tries to correct the errors of the combined ensemble of previous models.</a:t>
            </a:r>
            <a:endParaRPr lang="en-US" altLang="en-US" sz="2570"/>
          </a:p>
          <a:p>
            <a:pPr>
              <a:buFont typeface="Wingdings" panose="05000000000000000000" charset="0"/>
              <a:buChar char="§"/>
            </a:pPr>
            <a:endParaRPr lang="en-US" altLang="en-US" sz="2570"/>
          </a:p>
          <a:p>
            <a:pPr>
              <a:buFont typeface="Wingdings" panose="05000000000000000000" charset="0"/>
              <a:buChar char="§"/>
            </a:pPr>
            <a:r>
              <a:rPr lang="en-US" altLang="en-US" sz="2570"/>
              <a:t>Weighted Data Points: Initially, all training samples have equal weights. After each iteration, weights of samples with higher regression errors are increased so the next learner focuses on them.</a:t>
            </a:r>
            <a:endParaRPr lang="en-US" altLang="en-US" sz="2570"/>
          </a:p>
          <a:p>
            <a:pPr marL="0" indent="0">
              <a:buNone/>
            </a:pPr>
            <a:endParaRPr lang="en-US" altLang="en-US" sz="2570"/>
          </a:p>
          <a:p>
            <a:pPr>
              <a:buFont typeface="Wingdings" panose="05000000000000000000" charset="0"/>
              <a:buChar char="§"/>
            </a:pPr>
            <a:r>
              <a:rPr lang="en-US" altLang="en-US" sz="2570"/>
              <a:t>Weak Learners: Typically, small decision trees (stumps) are used, but they can be deeper trees.</a:t>
            </a:r>
            <a:endParaRPr lang="en-US" altLang="en-US" sz="2570"/>
          </a:p>
          <a:p>
            <a:pPr marL="0" indent="0">
              <a:buNone/>
            </a:pPr>
            <a:endParaRPr lang="en-US" altLang="en-US" sz="2570"/>
          </a:p>
          <a:p>
            <a:pPr>
              <a:buFont typeface="Wingdings" panose="05000000000000000000" charset="0"/>
              <a:buChar char="§"/>
            </a:pPr>
            <a:r>
              <a:rPr lang="en-US" altLang="en-US" sz="2570"/>
              <a:t>Final Prediction: The final output is usually a weighted sum (or weighted median) of the predictions from all the individual trees in the sequence.</a:t>
            </a:r>
            <a:endParaRPr lang="en-US" altLang="en-US" sz="25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How AdaBoost Works</a:t>
            </a:r>
            <a:endParaRPr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4445" y="4041775"/>
            <a:ext cx="8794115" cy="2988945"/>
          </a:xfrm>
        </p:spPr>
        <p:txBody>
          <a:bodyPr>
            <a:normAutofit fontScale="55000"/>
          </a:bodyPr>
          <a:lstStyle/>
          <a:p/>
          <a:p/>
          <a:p>
            <a:r>
              <a:t>Equal weights initially</a:t>
            </a:r>
          </a:p>
          <a:p>
            <a:r>
              <a:t>Train weak model</a:t>
            </a:r>
          </a:p>
          <a:p>
            <a:r>
              <a:t>Identify errors</a:t>
            </a:r>
          </a:p>
          <a:p>
            <a:r>
              <a:t>Increase weight of errors</a:t>
            </a:r>
          </a:p>
          <a:p>
            <a:r>
              <a:t>Repeat</a:t>
            </a:r>
          </a:p>
          <a:p>
            <a:r>
              <a:t>Combine models</a:t>
            </a:r>
          </a:p>
        </p:txBody>
      </p:sp>
      <p:pic>
        <p:nvPicPr>
          <p:cNvPr id="4" name="Picture 3" descr="adaboost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90" y="29845"/>
            <a:ext cx="7706360" cy="45173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Workflow</a:t>
            </a:r>
          </a:p>
        </p:txBody>
      </p:sp>
      <p:pic>
        <p:nvPicPr>
          <p:cNvPr id="5" name="Picture 4" descr="ChatGPT Image Apr 9, 2026, 11_21_25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b="1"/>
              <a:t>Advantages:</a:t>
            </a:r>
            <a:endParaRPr sz="2800" b="1"/>
          </a:p>
          <a:p>
            <a:r>
              <a:rPr lang="en-US" altLang="en-US" sz="2800"/>
              <a:t>High accuracy for complex datasets</a:t>
            </a:r>
            <a:endParaRPr lang="en-US" altLang="en-US" sz="2800"/>
          </a:p>
          <a:p>
            <a:r>
              <a:rPr sz="2800"/>
              <a:t>Reduces overfitting</a:t>
            </a:r>
            <a:endParaRPr sz="2800"/>
          </a:p>
          <a:p>
            <a:endParaRPr sz="2800"/>
          </a:p>
          <a:p>
            <a:pPr marL="0" indent="0">
              <a:buNone/>
            </a:pPr>
            <a:r>
              <a:rPr sz="2800" b="1"/>
              <a:t>Disadvantages:</a:t>
            </a:r>
            <a:endParaRPr sz="2800" b="1"/>
          </a:p>
          <a:p>
            <a:r>
              <a:rPr sz="2800"/>
              <a:t>Sensitive to noise</a:t>
            </a:r>
            <a:r>
              <a:rPr lang="en-US" sz="2800"/>
              <a:t> because </a:t>
            </a:r>
            <a:r>
              <a:rPr lang="en-US" altLang="en-US" sz="2800"/>
              <a:t> it over-focuses on correcting large errors.</a:t>
            </a:r>
            <a:endParaRPr lang="en-US" altLang="en-US" sz="2800"/>
          </a:p>
          <a:p>
            <a:r>
              <a:rPr sz="2800"/>
              <a:t>Slower training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Learns from mistakes</a:t>
            </a:r>
          </a:p>
          <a:p>
            <a:pPr marL="0" indent="0">
              <a:buNone/>
            </a:pPr>
            <a:r>
              <a:t>• Improves weak models</a:t>
            </a:r>
          </a:p>
          <a:p>
            <a:pPr marL="0" indent="0">
              <a:buNone/>
            </a:pPr>
            <a:r>
              <a:t>• Works for regression &amp; classification</a:t>
            </a:r>
          </a:p>
          <a:p>
            <a:pPr marL="0" indent="0">
              <a:buNone/>
            </a:pPr>
            <a:r>
              <a:t>• Simple and powerful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WPS Presentation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Office Theme</vt:lpstr>
      <vt:lpstr>Boosting Algorithm (Regression) – AdaBoost</vt:lpstr>
      <vt:lpstr>What is Boosting?</vt:lpstr>
      <vt:lpstr>What is AdaBoost?</vt:lpstr>
      <vt:lpstr>How AdaBoost Works</vt:lpstr>
      <vt:lpstr>AdaBoost Workflow (Concept)</vt:lpstr>
      <vt:lpstr>Advantages &amp; Disadvantages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DELL</cp:lastModifiedBy>
  <cp:revision>2</cp:revision>
  <dcterms:created xsi:type="dcterms:W3CDTF">2013-01-27T09:14:00Z</dcterms:created>
  <dcterms:modified xsi:type="dcterms:W3CDTF">2026-04-09T18:25:46Z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B26495D2590C4B939125BB353B44CE53_12</vt:lpwstr>
  </property>
</Properties>
</file>