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Regression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by:</a:t>
            </a:r>
            <a:r>
              <a:rPr lang="en-US"/>
              <a:t> T.Vignesh</a:t>
            </a:r>
          </a:p>
          <a:p>
            <a:r>
              <a:t>Date:</a:t>
            </a:r>
            <a:r>
              <a:rPr lang="en-US"/>
              <a:t> 11-04-2026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XG Boost?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XGBoost stands for Extreme Gradient Boosting</a:t>
            </a:r>
          </a:p>
          <a:p>
            <a:r>
              <a:t>Powerful machine learning algorithm</a:t>
            </a:r>
            <a:r>
              <a:rPr lang="en-US"/>
              <a:t> </a:t>
            </a:r>
          </a:p>
          <a:p>
            <a:r>
              <a:t>Used for regression &amp; classification</a:t>
            </a:r>
          </a:p>
          <a:p>
            <a:r>
              <a:t>Builds trees step by step</a:t>
            </a:r>
          </a:p>
          <a:p>
            <a:r>
              <a:t>Each tree improves previous errors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XGBoost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045" y="1525270"/>
            <a:ext cx="4338955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Starts with initial prediction</a:t>
            </a:r>
            <a:endParaRPr sz="2000"/>
          </a:p>
          <a:p>
            <a:endParaRPr sz="2000"/>
          </a:p>
          <a:p>
            <a:r>
              <a:rPr sz="2000"/>
              <a:t>• Calculates errors (residuals)</a:t>
            </a:r>
            <a:endParaRPr sz="2000"/>
          </a:p>
          <a:p>
            <a:endParaRPr sz="2000"/>
          </a:p>
          <a:p>
            <a:r>
              <a:rPr sz="2000"/>
              <a:t>• Builds trees to reduce errors</a:t>
            </a:r>
            <a:endParaRPr sz="2000"/>
          </a:p>
          <a:p>
            <a:endParaRPr sz="2000"/>
          </a:p>
          <a:p>
            <a:r>
              <a:rPr sz="2000"/>
              <a:t>• Uses gradient descent </a:t>
            </a:r>
            <a:r>
              <a:rPr lang="en-US" altLang="en-US" sz="2000"/>
              <a:t>to minimize </a:t>
            </a:r>
            <a:endParaRPr lang="en-US" altLang="en-US" sz="2000"/>
          </a:p>
          <a:p>
            <a:r>
              <a:rPr lang="en-US" altLang="en-US" sz="2000"/>
              <a:t>a specific loss function</a:t>
            </a:r>
            <a:endParaRPr lang="en-US" altLang="en-US" sz="2000"/>
          </a:p>
          <a:p>
            <a:endParaRPr lang="en-US" altLang="en-US" sz="2000"/>
          </a:p>
          <a:p>
            <a:pPr indent="0">
              <a:buFont typeface="Arial" panose="020B0604020202020204" pitchFamily="34" charset="0"/>
              <a:buNone/>
            </a:pPr>
            <a:r>
              <a:rPr sz="2000">
                <a:sym typeface="+mn-ea"/>
              </a:rPr>
              <a:t>•</a:t>
            </a:r>
            <a:r>
              <a:rPr lang="en-US" sz="2000">
                <a:sym typeface="+mn-ea"/>
              </a:rPr>
              <a:t>  </a:t>
            </a:r>
            <a:r>
              <a:rPr lang="en-US" altLang="en-US" sz="2000"/>
              <a:t>The final output is the sum of the initial prediction and the weighted predictions from all sequential trees.</a:t>
            </a:r>
            <a:endParaRPr lang="en-US" altLang="en-US" sz="2000"/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3919220" cy="37871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Image Here</a:t>
            </a:r>
          </a:p>
        </p:txBody>
      </p:sp>
      <p:pic>
        <p:nvPicPr>
          <p:cNvPr id="6" name="Picture 5" descr="ChatGPT Image Apr 11, 2026, 11_24_31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1371600"/>
            <a:ext cx="4870450" cy="3808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845435" cy="3415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1. Initialize model</a:t>
            </a:r>
            <a:endParaRPr sz="2400"/>
          </a:p>
          <a:p>
            <a:endParaRPr sz="2400"/>
          </a:p>
          <a:p>
            <a:r>
              <a:rPr sz="2400"/>
              <a:t>2. Compute residuals</a:t>
            </a:r>
            <a:endParaRPr sz="2400"/>
          </a:p>
          <a:p>
            <a:endParaRPr sz="2400"/>
          </a:p>
          <a:p>
            <a:r>
              <a:rPr sz="2400"/>
              <a:t>3. Train tree</a:t>
            </a:r>
            <a:endParaRPr sz="2400"/>
          </a:p>
          <a:p>
            <a:endParaRPr sz="2400"/>
          </a:p>
          <a:p>
            <a:r>
              <a:rPr sz="2400"/>
              <a:t>4. Update predictions</a:t>
            </a:r>
            <a:endParaRPr sz="2400"/>
          </a:p>
          <a:p>
            <a:endParaRPr sz="2400"/>
          </a:p>
          <a:p>
            <a:r>
              <a:rPr sz="2400"/>
              <a:t>5. Repeat process</a:t>
            </a:r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36576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Image Here</a:t>
            </a:r>
          </a:p>
        </p:txBody>
      </p:sp>
      <p:pic>
        <p:nvPicPr>
          <p:cNvPr id="5" name="Picture 4" descr="XG-Boo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6010" y="1371600"/>
            <a:ext cx="5353050" cy="4128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accuracy</a:t>
            </a:r>
          </a:p>
          <a:p>
            <a:r>
              <a:t>Handles missing values</a:t>
            </a:r>
          </a:p>
          <a:p>
            <a:r>
              <a:t>Regularization prevents overfitting</a:t>
            </a:r>
          </a:p>
          <a:p>
            <a:r>
              <a:t>Fast &amp; scalable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Complex to understand</a:t>
            </a:r>
          </a:p>
          <a:p>
            <a:r>
              <a:t>Needs tuning</a:t>
            </a:r>
          </a:p>
          <a:p>
            <a:r>
              <a:t>Can overfit</a:t>
            </a:r>
          </a:p>
          <a:p>
            <a:r>
              <a:t>High memory usage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House price prediction</a:t>
            </a:r>
          </a:p>
          <a:p>
            <a:r>
              <a:t>Sales forecasting</a:t>
            </a:r>
          </a:p>
          <a:p>
            <a:r>
              <a:t>Risk analysis</a:t>
            </a:r>
          </a:p>
          <a:p>
            <a:r>
              <a:t>Time series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Powerful regression algorithm</a:t>
            </a:r>
          </a:p>
          <a:p>
            <a:r>
              <a:t>High performance</a:t>
            </a:r>
          </a:p>
          <a:p>
            <a:r>
              <a:t>Widely used in industry</a:t>
            </a:r>
          </a:p>
          <a:p>
            <a:r>
              <a:t>Proper tuning is important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WPS Presentation</Application>
  <PresentationFormat>On-screen Show (4:3)</PresentationFormat>
  <Paragraphs>70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XGBoost Regression in Machine Learning</vt:lpstr>
      <vt:lpstr>What is XG Boost?</vt:lpstr>
      <vt:lpstr>How XGBoost Works</vt:lpstr>
      <vt:lpstr>Algorithm Workflow</vt:lpstr>
      <vt:lpstr>Advantages</vt:lpstr>
      <vt:lpstr>Disadvantages</vt:lpstr>
      <vt:lpstr>Use Cases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Vignesh T</cp:lastModifiedBy>
  <cp:revision>2</cp:revision>
  <dcterms:created xsi:type="dcterms:W3CDTF">2013-01-27T09:14:00Z</dcterms:created>
  <dcterms:modified xsi:type="dcterms:W3CDTF">2026-04-11T18:26:30Z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050CD098E3404702BBC06D84C17D70C9_12</vt:lpwstr>
  </property>
</Properties>
</file>